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sldIdLst>
    <p:sldId id="264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presProps" Target="presProps.xml"  /><Relationship Id="rId11" Type="http://schemas.openxmlformats.org/officeDocument/2006/relationships/viewProps" Target="viewProps.xml"  /><Relationship Id="rId12" Type="http://schemas.openxmlformats.org/officeDocument/2006/relationships/theme" Target="theme/theme1.xml"  /><Relationship Id="rId13" Type="http://schemas.openxmlformats.org/officeDocument/2006/relationships/tableStyles" Target="tableStyles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130E-E3B8-4EBE-931F-81B26B8448A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395599"/>
      </p:ext>
    </p:extLst>
  </p:cSld>
  <p:clrMapOvr>
    <a:masterClrMapping/>
  </p:clrMapOvr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219469"/>
      </p:ext>
    </p:extLst>
  </p:cSld>
  <p:clrMapOvr>
    <a:masterClrMapping/>
  </p:clrMapOvr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6926375"/>
      </p:ext>
    </p:extLst>
  </p:cSld>
  <p:clrMapOvr>
    <a:masterClrMapping/>
  </p:clrMapOvr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736573"/>
      </p:ext>
    </p:extLst>
  </p:cSld>
  <p:clrMapOvr>
    <a:masterClrMapping/>
  </p:clrMapOvr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020170"/>
      </p:ext>
    </p:extLst>
  </p:cSld>
  <p:clrMapOvr>
    <a:masterClrMapping/>
  </p:clrMapOvr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971709"/>
      </p:ext>
    </p:extLst>
  </p:cSld>
  <p:clrMapOvr>
    <a:masterClrMapping/>
  </p:clrMapOvr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367353"/>
      </p:ext>
    </p:extLst>
  </p:cSld>
  <p:clrMapOvr>
    <a:masterClrMapping/>
  </p:clrMapOvr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041917"/>
      </p:ext>
    </p:extLst>
  </p:cSld>
  <p:clrMapOvr>
    <a:masterClrMapping/>
  </p:clrMapOvr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ko-KR" altLang="en-US" smtClean="0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1806685"/>
      </p:ext>
    </p:extLst>
  </p:cSld>
  <p:clrMapOvr>
    <a:masterClrMapping/>
  </p:clrMapOvr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292359"/>
      </p:ext>
    </p:extLst>
  </p:cSld>
  <p:clrMapOvr>
    <a:masterClrMapping/>
  </p:clrMapOvr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8855467"/>
      </p:ext>
    </p:extLst>
  </p:cSld>
  <p:clrMapOvr>
    <a:masterClrMapping/>
  </p:clrMapOvr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idx="0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845367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2D86A-5F52-4165-8473-F1B83627758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386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1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2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3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4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5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6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7.png"  /><Relationship Id="rId3" Type="http://schemas.openxmlformats.org/officeDocument/2006/relationships/hyperlink" Target="https://youtu.be/lp3RGqXYyig" TargetMode="External" /><Relationship Id="rId4" Type="http://schemas.openxmlformats.org/officeDocument/2006/relationships/video" Target="https://www.youtube.com/embed/lp3RGqXYyig" TargetMode="External" /><Relationship Id="rId5" Type="http://schemas.openxmlformats.org/officeDocument/2006/relationships/image" Target="../media/image8.jpe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9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475129"/>
      </p:ext>
    </p:extLst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363093"/>
      </p:ext>
    </p:extLst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757703"/>
      </p:ext>
    </p:extLst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999254"/>
      </p:ext>
    </p:extLst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215146"/>
      </p:ext>
    </p:extLst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527760"/>
      </p:ext>
    </p:extLst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5161597" y="5461546"/>
            <a:ext cx="1868805" cy="2438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  <a:hlinkClick r:id="rId3"/>
              </a:rPr>
              <a:t>https://youtu.be/lp3RGqXYyig</a:t>
            </a: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</p:txBody>
      </p:sp>
      <p:pic>
        <p:nvPicPr>
          <p:cNvPr id="11" name="그림 10">
            <a:hlinkClick r:id="" action="ppaction://media"/>
          </p:cNvPr>
          <p:cNvPicPr>
            <a:picLocks noRot="1" noChangeAspect="1"/>
          </p:cNvPicPr>
          <p:nvPr>
            <a:videoFile r:link="rId4"/>
          </p:nvPr>
        </p:nvPicPr>
        <p:blipFill rotWithShape="1">
          <a:blip r:embed="rId5"/>
          <a:stretch>
            <a:fillRect/>
          </a:stretch>
        </p:blipFill>
        <p:spPr>
          <a:xfrm>
            <a:off x="3810000" y="1714500"/>
            <a:ext cx="4572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500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690622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</ep:Words>
  <ep:PresentationFormat>화면 슬라이드 쇼(4:3)</ep:PresentationFormat>
  <ep:Paragraphs>1</ep:Paragraphs>
  <ep:Slides>8</ep:Slides>
  <ep:Notes>0</ep:Notes>
  <ep:TotalTime>0</ep:TotalTime>
  <ep:HiddenSlides>0</ep:HiddenSlides>
  <ep:MMClips>1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ep:HeadingPairs>
  <ep:TitlesOfParts>
    <vt:vector size="9" baseType="lpstr">
      <vt:lpstr>한컴오피스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2025-12-07T15:47:47.654</dcterms:created>
  <dc:creator>hwang</dc:creator>
  <cp:lastModifiedBy>hwang</cp:lastModifiedBy>
  <dcterms:modified xsi:type="dcterms:W3CDTF">2025-12-07T16:05:52.524</dcterms:modified>
  <cp:revision>2</cp:revision>
  <cp:version>12.0.0.3437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